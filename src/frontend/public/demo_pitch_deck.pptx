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NexusFleet AI — Autonomous Freight Series A Deck</a:t>
            </a:r>
          </a:p>
          <a:p>
            <a:r>
              <a:t>Target Raise: $6,500,000 | Sector: Autonomous Logistics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/>
          <p:nvPr/>
        </p:nvSpPr>
        <p:spPr/>
        <p:txBody>
          <a:bodyPr/>
          <a:p>
            <a:r>
              <a:t>Slide 2: Unit Economics &amp; Fleet Payback</a:t>
            </a:r>
          </a:p>
          <a:p>
            <a:r>
              <a:t>- Class-8 Autonomous Electric Semi Truck Fleet</a:t>
            </a:r>
          </a:p>
          <a:p>
            <a:r>
              <a:t>- $1.25/mile projected operating cost vs $2.40/mile human driver baseline</a:t>
            </a:r>
          </a:p>
          <a:p>
            <a:r>
              <a:t>- Modeled 74% gross margin; upfront vehicle sensor capex of $180k amortized over 5 years</a:t>
            </a:r>
          </a:p>
        </p:txBody>
      </p:sp>
    </p:spTree>
  </p:cSld>
</p:sld>
</file>